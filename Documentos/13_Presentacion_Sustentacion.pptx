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solidFill>
            <a:srgbClr val="B9812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926080"/>
            <a:ext cx="228600" cy="228600"/>
          </a:xfrm>
          <a:prstGeom prst="rect">
            <a:avLst/>
          </a:prstGeom>
          <a:ln w="19050">
            <a:solidFill>
              <a:srgbClr val="163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651760"/>
            <a:ext cx="1005840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INTELIGENTE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DOCUMENTOS CON IA</a:t>
            </a:r>
            <a:endParaRPr lang="en-US" sz="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33172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INTELIGENTE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DOCUMENTOS CON IA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Gestión y Análisis Documental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5394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Empresariales · VI Semestre · UTS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Wilson Castaño Galviz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empresarial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i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“¿Cómo puede una empresa transformar una simple carpeta llena de documentos en un sistema inteligente capaz de comprender, organizar, buscar y responder preguntas sobre la información que contiene?”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38160" y="1508760"/>
            <a:ext cx="146304" cy="146304"/>
          </a:xfrm>
          <a:prstGeom prst="ellipse">
            <a:avLst/>
          </a:prstGeom>
          <a:solidFill>
            <a:srgbClr val="B981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58200" y="13898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pasivo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719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guardados en carpetas, sin clasificar ni indexar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2560320"/>
            <a:ext cx="146304" cy="146304"/>
          </a:xfrm>
          <a:prstGeom prst="ellipse">
            <a:avLst/>
          </a:prstGeom>
          <a:solidFill>
            <a:srgbClr val="B981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58200" y="24414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manual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770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información depende de abrir archivo por archivo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3611880"/>
            <a:ext cx="146304" cy="146304"/>
          </a:xfrm>
          <a:prstGeom prst="ellipse">
            <a:avLst/>
          </a:prstGeom>
          <a:solidFill>
            <a:srgbClr val="B981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58200" y="3493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disperso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3822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preguntar algo y obtener una respuesta directa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y alcance funcional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desarrollar, probar y desplegar una aplicación web que use IA para convertir documentos no estructurados en información consultable.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1031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y carpetas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2860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PDF/DOCX/TXT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automático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4747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657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metadatos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4846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contenido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89120" y="4846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lenguaje natural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46720" y="4846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5029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6C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82396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indicadores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 la solución</a:t>
            </a:r>
            <a:endParaRPr lang="en-US" sz="2800" dirty="0"/>
          </a:p>
        </p:txBody>
      </p:sp>
      <p:pic>
        <p:nvPicPr>
          <p:cNvPr id="3" name="Image 0" descr="/home/claude/diagramas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1143000"/>
            <a:ext cx="6492240" cy="5330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real de IA (no un botón mágico)</a:t>
            </a:r>
            <a:endParaRPr lang="en-US" sz="2800" dirty="0"/>
          </a:p>
        </p:txBody>
      </p:sp>
      <p:pic>
        <p:nvPicPr>
          <p:cNvPr id="3" name="Image 0" descr="/home/claude/diagramas/seq_car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124712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 →  extracción de texto  →  IA (clasifica, resume, extrae)  →  se guarda en MySQL  →  búsqueda / pregunta  →  respuesta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RAG con embeddings simplificados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ect">
            <a:avLst/>
          </a:prstGeom>
          <a:solidFill>
            <a:srgbClr val="F2F4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(clasificar / resumir / extraer)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463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vía API (Claude / GPT / Llama)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463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reinventar NLP; se usa un modelo ya entrenado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recupera solo el contexto relevante antes de responder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514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completo no cabe (ni conviene) en cada consulta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064240" cy="1051560"/>
          </a:xfrm>
          <a:prstGeom prst="rect">
            <a:avLst/>
          </a:prstGeom>
          <a:solidFill>
            <a:srgbClr val="F2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661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similitud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5661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por fragmento + similitud de coseno en PHP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566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no tiene tipo vectorial nativo; PHP es suficiente en este volumen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617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dedicada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46177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usa (se justifica su omisión)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617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 sobre-ingeniería para el alcance de este proyecto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funcionamiento: repositorio y carga</a:t>
            </a:r>
            <a:endParaRPr lang="en-US" sz="2800" dirty="0"/>
          </a:p>
        </p:txBody>
      </p:sp>
      <p:pic>
        <p:nvPicPr>
          <p:cNvPr id="3" name="Image 0" descr="/home/claude/screenshots/2_reposito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10515600" cy="53153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en lenguaje natural, con fuente citada</a:t>
            </a:r>
            <a:endParaRPr lang="en-US" sz="2800" dirty="0"/>
          </a:p>
        </p:txBody>
      </p:sp>
      <p:pic>
        <p:nvPicPr>
          <p:cNvPr id="3" name="Image 0" descr="/home/claude/screenshots/5_chat_mensaj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188720"/>
            <a:ext cx="9079992" cy="38519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 indicadores</a:t>
            </a:r>
            <a:endParaRPr lang="en-US" sz="2800" dirty="0"/>
          </a:p>
        </p:txBody>
      </p:sp>
      <p:pic>
        <p:nvPicPr>
          <p:cNvPr id="3" name="Image 0" descr="/home/claude/screenshots/3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051560"/>
            <a:ext cx="8503920" cy="42054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pruebas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reales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encontrados y corregidos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98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3246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funcionales trazados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46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real: incluye 2 errores genuinos de configuración de la API de IA (401 y 404), capturados y registrados correctamente por el sistema sin caerse.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implementada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2F4F2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74520"/>
            <a:ext cx="502920" cy="502920"/>
          </a:xfrm>
          <a:prstGeom prst="ellipse">
            <a:avLst/>
          </a:prstGeom>
          <a:solidFill>
            <a:srgbClr val="F3E6C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31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/ password_verify — nunca texto plano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2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874520"/>
            <a:ext cx="502920" cy="502920"/>
          </a:xfrm>
          <a:prstGeom prst="ellipse">
            <a:avLst/>
          </a:prstGeom>
          <a:solidFill>
            <a:srgbClr val="F3E6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inyección SQL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331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con prepared statements en toda consulta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2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3977640"/>
            <a:ext cx="502920" cy="502920"/>
          </a:xfrm>
          <a:prstGeom prst="ellipse">
            <a:avLst/>
          </a:prstGeom>
          <a:solidFill>
            <a:srgbClr val="F3E6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real de archivos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el tipo MIME del contenido, no solo la extensión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2F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3977640"/>
            <a:ext cx="502920" cy="502920"/>
          </a:xfrm>
          <a:prstGeom prst="ellipse">
            <a:avLst/>
          </a:prstGeom>
          <a:solidFill>
            <a:srgbClr val="F3E6C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fuera del código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(.env), excluidas de Git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73152" cy="548640"/>
          </a:xfrm>
          <a:prstGeom prst="rect">
            <a:avLst/>
          </a:prstGeom>
          <a:solidFill>
            <a:srgbClr val="B9812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IA es real y verificable de extremo a extremo, no un botón simulado.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3152" cy="548640"/>
          </a:xfrm>
          <a:prstGeom prst="rect">
            <a:avLst/>
          </a:prstGeom>
          <a:solidFill>
            <a:srgbClr val="B981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231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de errores demostró ser robusto ante fallas reales de servicios externos.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73152" cy="548640"/>
          </a:xfrm>
          <a:prstGeom prst="rect">
            <a:avLst/>
          </a:prstGeom>
          <a:solidFill>
            <a:srgbClr val="B981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3832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técnicas (RAG simplificado, embeddings locales de respaldo) están justificadas por el alcance del proyecto, no tomadas por defecto.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73152" cy="548640"/>
          </a:xfrm>
          <a:prstGeom prst="rect">
            <a:avLst/>
          </a:prstGeom>
          <a:solidFill>
            <a:srgbClr val="B981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3434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C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es reproducible: cualquier evaluador puede instalarlo siguiendo el manual técnico.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8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Inteligente de Documentos con IA — Preguntas y sustentación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2026-09-09T19:08:54Z</dcterms:created>
  <dcterms:modified xsi:type="dcterms:W3CDTF">2026-09-09T19:08:54Z</dcterms:modified>
</cp:coreProperties>
</file>